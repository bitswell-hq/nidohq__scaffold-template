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492d82526d3e93b1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492d82526d3e93b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1d8082fe96ecb888_28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1d8082fe96ecb888_28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141ad3ebba5f754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141ad3ebba5f754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141ad3ebba5f754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141ad3ebba5f754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141ad3ebba5f754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141ad3ebba5f754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141ad3ebba5f754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141ad3ebba5f75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1d8082fe96ecb888_2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1d8082fe96ecb888_2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141ad3ebba5f754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141ad3ebba5f754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3fb7d80be1edd167_7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3fb7d80be1edd167_7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3fb7d80be1edd167_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3fb7d80be1edd167_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141ad3ebba5f75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141ad3ebba5f75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704f4d9ff11ad0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704f4d9ff11ad0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10375"/>
            <a:ext cx="9144000" cy="514350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489898" y="1463465"/>
            <a:ext cx="411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 O U R   W A Y  -  H A C K  M E R I D I A N   A C T I V A T I O N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97561" y="1756298"/>
            <a:ext cx="3472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900">
                <a:latin typeface="Inter SemiBold"/>
                <a:ea typeface="Inter SemiBold"/>
                <a:cs typeface="Inter SemiBold"/>
                <a:sym typeface="Inter SemiBold"/>
              </a:rPr>
              <a:t>TITLE</a:t>
            </a:r>
            <a:endParaRPr sz="3900"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3589" y="2642487"/>
            <a:ext cx="347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Inter"/>
                <a:ea typeface="Inter"/>
                <a:cs typeface="Inter"/>
                <a:sym typeface="Inter"/>
              </a:rPr>
              <a:t>Name - Role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" name="Google Shape;58;p13" title="Port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726" y="-10375"/>
            <a:ext cx="4026273" cy="51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HM-Lisbon 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689" y="246151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Sleep mask + earplugs – Maskset travel set in paper tube (MO2472)-logo1 – Normaliza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700" y="4636650"/>
            <a:ext cx="967025" cy="2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-10375"/>
            <a:ext cx="9144000" cy="514350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489898" y="1463465"/>
            <a:ext cx="411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 O U R   W A Y  -  H A C K  M E R I D I A N   A C T I V A T I O N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97553" y="1756300"/>
            <a:ext cx="4082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pc="-231" sz="3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BUILD WITH STELLAR RAVEN</a:t>
            </a:r>
            <a:endParaRPr sz="3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03589" y="3014893"/>
            <a:ext cx="347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Inter"/>
                <a:ea typeface="Inter"/>
                <a:cs typeface="Inter"/>
                <a:sym typeface="Inter"/>
              </a:rPr>
              <a:t>John Smith - Dev Rel  SDF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9" name="Google Shape;69;p14" title="Port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001" y="-10375"/>
            <a:ext cx="4026273" cy="51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HM-Lisbon 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689" y="246151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title="Sleep mask + earplugs – Maskset travel set in paper tube (MO2472)-logo1 – Normaliza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700" y="4636650"/>
            <a:ext cx="967025" cy="2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foto1.png"/>
          <p:cNvPicPr preferRelativeResize="0"/>
          <p:nvPr/>
        </p:nvPicPr>
        <p:blipFill rotWithShape="1">
          <a:blip r:embed="rId3">
            <a:alphaModFix/>
          </a:blip>
          <a:srcRect b="8636" l="17437" r="4474" t="17743"/>
          <a:stretch/>
        </p:blipFill>
        <p:spPr>
          <a:xfrm>
            <a:off x="0" y="0"/>
            <a:ext cx="2520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2664286" y="773698"/>
            <a:ext cx="4796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pc="-231" sz="3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SESSION AGENDA</a:t>
            </a:r>
            <a:endParaRPr sz="3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688283" y="1689804"/>
            <a:ext cx="59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latin typeface="Inter"/>
                <a:ea typeface="Inter"/>
                <a:cs typeface="Inter"/>
                <a:sym typeface="Inter"/>
              </a:rPr>
              <a:t>01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786258" y="218525"/>
            <a:ext cx="30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 O D A Y ‘ S   R O U T E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377486" y="1741230"/>
            <a:ext cx="347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Inter"/>
                <a:ea typeface="Inter"/>
                <a:cs typeface="Inter"/>
                <a:sym typeface="Inter"/>
              </a:rPr>
              <a:t>Opening idea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977394" y="1790225"/>
            <a:ext cx="102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Inter"/>
                <a:ea typeface="Inter"/>
                <a:cs typeface="Inter"/>
                <a:sym typeface="Inter"/>
              </a:rPr>
              <a:t>05 MIN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5"/>
          <p:cNvSpPr/>
          <p:nvPr/>
        </p:nvSpPr>
        <p:spPr>
          <a:xfrm rot="5400000">
            <a:off x="5286068" y="-251407"/>
            <a:ext cx="8700" cy="50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 rot="5400000">
            <a:off x="5286068" y="429655"/>
            <a:ext cx="8700" cy="50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 rot="5400000">
            <a:off x="5286068" y="1110716"/>
            <a:ext cx="8700" cy="50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 rot="5400000">
            <a:off x="5286068" y="1791777"/>
            <a:ext cx="8700" cy="50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2688283" y="2357336"/>
            <a:ext cx="59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latin typeface="Inter"/>
                <a:ea typeface="Inter"/>
                <a:cs typeface="Inter"/>
                <a:sym typeface="Inter"/>
              </a:rPr>
              <a:t>02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377486" y="2408762"/>
            <a:ext cx="347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Inter"/>
                <a:ea typeface="Inter"/>
                <a:cs typeface="Inter"/>
                <a:sym typeface="Inter"/>
              </a:rPr>
              <a:t>Core concept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6977394" y="2457757"/>
            <a:ext cx="102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s-419" sz="1200">
                <a:latin typeface="Inter"/>
                <a:ea typeface="Inter"/>
                <a:cs typeface="Inter"/>
                <a:sym typeface="Inter"/>
              </a:rPr>
              <a:t>5 MIN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688283" y="3025409"/>
            <a:ext cx="59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latin typeface="Inter"/>
                <a:ea typeface="Inter"/>
                <a:cs typeface="Inter"/>
                <a:sym typeface="Inter"/>
              </a:rPr>
              <a:t>03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3377486" y="3076835"/>
            <a:ext cx="347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Inter"/>
                <a:ea typeface="Inter"/>
                <a:cs typeface="Inter"/>
                <a:sym typeface="Inter"/>
              </a:rPr>
              <a:t>Demo / Case study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977394" y="3125829"/>
            <a:ext cx="102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Inter"/>
                <a:ea typeface="Inter"/>
                <a:cs typeface="Inter"/>
                <a:sym typeface="Inter"/>
              </a:rPr>
              <a:t>20</a:t>
            </a:r>
            <a:r>
              <a:rPr lang="es-419" sz="1200">
                <a:latin typeface="Inter"/>
                <a:ea typeface="Inter"/>
                <a:cs typeface="Inter"/>
                <a:sym typeface="Inter"/>
              </a:rPr>
              <a:t> MIN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2688283" y="3710197"/>
            <a:ext cx="59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latin typeface="Inter"/>
                <a:ea typeface="Inter"/>
                <a:cs typeface="Inter"/>
                <a:sym typeface="Inter"/>
              </a:rPr>
              <a:t>04</a:t>
            </a:r>
            <a:endParaRPr sz="2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3377486" y="3761623"/>
            <a:ext cx="347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Inter"/>
                <a:ea typeface="Inter"/>
                <a:cs typeface="Inter"/>
                <a:sym typeface="Inter"/>
              </a:rPr>
              <a:t>Questions + Next step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6977394" y="3810618"/>
            <a:ext cx="102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Inter"/>
                <a:ea typeface="Inter"/>
                <a:cs typeface="Inter"/>
                <a:sym typeface="Inter"/>
              </a:rPr>
              <a:t>10</a:t>
            </a:r>
            <a:r>
              <a:rPr lang="es-419" sz="1200">
                <a:latin typeface="Inter"/>
                <a:ea typeface="Inter"/>
                <a:cs typeface="Inter"/>
                <a:sym typeface="Inter"/>
              </a:rPr>
              <a:t> MIN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5" title="HM-Lisbon 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0075" y="254803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title="Sleep mask + earplugs – Maskset travel set in paper tube (MO2472)-logo1 – Normaliza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4640" y="4617524"/>
            <a:ext cx="775360" cy="2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-10375"/>
            <a:ext cx="9144000" cy="514350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3514205" y="1979865"/>
            <a:ext cx="41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 O L E</a:t>
            </a:r>
            <a:r>
              <a:rPr b="1" lang="es-419" sz="12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 -  C O M P A N Y</a:t>
            </a:r>
            <a:endParaRPr b="1"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3419687" y="726063"/>
            <a:ext cx="347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latin typeface="Inter SemiBold"/>
                <a:ea typeface="Inter SemiBold"/>
                <a:cs typeface="Inter SemiBold"/>
                <a:sym typeface="Inter SemiBold"/>
              </a:rPr>
              <a:t>FIRST NAME</a:t>
            </a:r>
            <a:endParaRPr sz="3500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latin typeface="Inter SemiBold"/>
                <a:ea typeface="Inter SemiBold"/>
                <a:cs typeface="Inter SemiBold"/>
                <a:sym typeface="Inter SemiBold"/>
              </a:rPr>
              <a:t>LAST NAME</a:t>
            </a:r>
            <a:endParaRPr sz="3500"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3440039" y="2464545"/>
            <a:ext cx="3472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Inter"/>
                <a:ea typeface="Inter"/>
                <a:cs typeface="Inter"/>
                <a:sym typeface="Inter"/>
              </a:rPr>
              <a:t>Two or three concise sentences establishing the speaker’s experience and connection to today’s topic.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500256" y="218525"/>
            <a:ext cx="30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 P E A K E R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6" name="Google Shape;106;p16" title="rachel-mcdermott-0fN7Fxv1eWA-unsplash.jpg"/>
          <p:cNvPicPr preferRelativeResize="0"/>
          <p:nvPr/>
        </p:nvPicPr>
        <p:blipFill rotWithShape="1">
          <a:blip r:embed="rId3">
            <a:alphaModFix/>
          </a:blip>
          <a:srcRect b="0" l="10612" r="11361" t="0"/>
          <a:stretch/>
        </p:blipFill>
        <p:spPr>
          <a:xfrm>
            <a:off x="501955" y="900000"/>
            <a:ext cx="2610002" cy="261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title="HM-Lisbon 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0075" y="254803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title="Sleep mask + earplugs – Maskset travel set in paper tube (MO2472)-logo1 – Normaliza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4640" y="4617524"/>
            <a:ext cx="775360" cy="2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-8659" y="-10375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3522864" y="1979865"/>
            <a:ext cx="41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FDDA24"/>
                </a:solidFill>
                <a:latin typeface="Inter"/>
                <a:ea typeface="Inter"/>
                <a:cs typeface="Inter"/>
                <a:sym typeface="Inter"/>
              </a:rPr>
              <a:t>R O L E  -  C O M P A N Y</a:t>
            </a:r>
            <a:endParaRPr b="1" sz="1200">
              <a:solidFill>
                <a:srgbClr val="FDDA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3419687" y="726063"/>
            <a:ext cx="347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FIRST NAME</a:t>
            </a:r>
            <a:endParaRPr sz="35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LAST NAME</a:t>
            </a:r>
            <a:endParaRPr sz="35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3440052" y="2464550"/>
            <a:ext cx="40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Two or three concise sentences establishing the speaker’s experience and connection to today’s topic.</a:t>
            </a:r>
            <a:endParaRPr sz="16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00256" y="218525"/>
            <a:ext cx="30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 P E A K E R</a:t>
            </a:r>
            <a:endParaRPr b="1"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8" name="Google Shape;118;p17" title="rachel-mcdermott-0fN7Fxv1eWA-unsplash.jpg"/>
          <p:cNvPicPr preferRelativeResize="0"/>
          <p:nvPr/>
        </p:nvPicPr>
        <p:blipFill rotWithShape="1">
          <a:blip r:embed="rId3">
            <a:alphaModFix/>
          </a:blip>
          <a:srcRect b="0" l="10612" r="11361" t="0"/>
          <a:stretch/>
        </p:blipFill>
        <p:spPr>
          <a:xfrm>
            <a:off x="510614" y="900000"/>
            <a:ext cx="2610002" cy="261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title="HM-Lisbon 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6259" y="259617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Sleep mask + earplugs – Maskset travel set in paper tube (MO2472)-logo1 – b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1626" y="4733440"/>
            <a:ext cx="794574" cy="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0" y="-10375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8" title="foto5.jpg"/>
          <p:cNvPicPr preferRelativeResize="0"/>
          <p:nvPr/>
        </p:nvPicPr>
        <p:blipFill rotWithShape="1">
          <a:blip r:embed="rId3">
            <a:alphaModFix amt="39000"/>
          </a:blip>
          <a:srcRect b="6621" l="0" r="0" t="0"/>
          <a:stretch/>
        </p:blipFill>
        <p:spPr>
          <a:xfrm>
            <a:off x="0" y="-103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1964954" y="1150475"/>
            <a:ext cx="42231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9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“ONE CLEAR, MEMORABLE STATEMENT”</a:t>
            </a:r>
            <a:endParaRPr sz="39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2068145" y="3117219"/>
            <a:ext cx="41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Name Name</a:t>
            </a:r>
            <a:endParaRPr i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00256" y="218525"/>
            <a:ext cx="30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 H E   B I G   I D E A</a:t>
            </a:r>
            <a:endParaRPr b="1"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0" name="Google Shape;130;p18" title="HM-Lisbon 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6259" y="259617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Sleep mask + earplugs – Maskset travel set in paper tube (MO2472)-logo1 – b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1626" y="4733440"/>
            <a:ext cx="794574" cy="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3031396" y="849570"/>
            <a:ext cx="411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 O R E M  I P S U M  S I T  A M E T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2930911" y="1142405"/>
            <a:ext cx="4082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pc="-231" sz="3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 DO LO SIT AMET</a:t>
            </a:r>
            <a:endParaRPr spc="-231" sz="39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2936934" y="2608070"/>
            <a:ext cx="441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Inter"/>
                <a:ea typeface="Inter"/>
                <a:cs typeface="Inter"/>
                <a:sym typeface="Inter"/>
              </a:rPr>
              <a:t>Lorem ipsum dolor sit amet consectetur adipiscing elit sed do eiusmod tempor incididunt.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9" name="Google Shape;139;p19" title="foto5.jpg"/>
          <p:cNvPicPr preferRelativeResize="0"/>
          <p:nvPr/>
        </p:nvPicPr>
        <p:blipFill rotWithShape="1">
          <a:blip r:embed="rId3">
            <a:alphaModFix/>
          </a:blip>
          <a:srcRect b="0" l="44448" r="26037" t="2095"/>
          <a:stretch/>
        </p:blipFill>
        <p:spPr>
          <a:xfrm>
            <a:off x="0" y="0"/>
            <a:ext cx="2520000" cy="503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 title="HM-Lisbon 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0075" y="254803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 title="Sleep mask + earplugs – Maskset travel set in paper tube (MO2472)-logo1 – Normaliza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4640" y="4617524"/>
            <a:ext cx="775360" cy="2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/>
          <p:nvPr/>
        </p:nvSpPr>
        <p:spPr>
          <a:xfrm>
            <a:off x="0" y="1489525"/>
            <a:ext cx="9144000" cy="36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375170" y="769553"/>
            <a:ext cx="4776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pc="-231" sz="3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KEY TAKEAWAYS</a:t>
            </a:r>
            <a:endParaRPr sz="3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407595" y="2764387"/>
            <a:ext cx="2559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TAKEAWAY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Brief explanation of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 this matters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89007" y="218525"/>
            <a:ext cx="30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 H R E E  T H I N G S  T O  R E M E M B E R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0" name="Google Shape;150;p20" title="Metric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3174" y="1928314"/>
            <a:ext cx="704738" cy="599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Metric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9252" y="1928314"/>
            <a:ext cx="683596" cy="599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 title="Metric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596" y="1977160"/>
            <a:ext cx="528553" cy="59902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/>
          <p:nvPr/>
        </p:nvSpPr>
        <p:spPr>
          <a:xfrm>
            <a:off x="3121574" y="2579521"/>
            <a:ext cx="8700" cy="196560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6001425" y="2579521"/>
            <a:ext cx="8700" cy="196560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3254893" y="2764387"/>
            <a:ext cx="2559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TAKEAWAY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Brief explanation of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 this matters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6145964" y="2764387"/>
            <a:ext cx="2559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TAKEAWAY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Brief explanation of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 this matters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7" name="Google Shape;157;p20" title="Ms.png"/>
          <p:cNvPicPr preferRelativeResize="0"/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0" y="4848216"/>
            <a:ext cx="9144000" cy="27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HM-Lisbon 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0075" y="254803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Sleep mask + earplugs – Maskset travel set in paper tube (MO2472)-logo1 – bl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01626" y="4733440"/>
            <a:ext cx="794574" cy="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483370" y="851143"/>
            <a:ext cx="411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 O R E M  I P S U M  S I T  A M E T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374744" y="1143979"/>
            <a:ext cx="40827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pc="-231" sz="3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 DO LOR SIT AMET</a:t>
            </a:r>
            <a:endParaRPr sz="39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pc="-231" sz="39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380767" y="2609644"/>
            <a:ext cx="441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Inter"/>
                <a:ea typeface="Inter"/>
                <a:cs typeface="Inter"/>
                <a:sym typeface="Inter"/>
              </a:rPr>
              <a:t>Lorem ipsum dolor sit amet consectetur adipiscing elit sed do eiusmod tempor incididunt.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7" name="Google Shape;167;p21" title="foto4.jpg"/>
          <p:cNvPicPr preferRelativeResize="0"/>
          <p:nvPr/>
        </p:nvPicPr>
        <p:blipFill rotWithShape="1">
          <a:blip r:embed="rId3">
            <a:alphaModFix/>
          </a:blip>
          <a:srcRect b="0" l="0" r="9190" t="0"/>
          <a:stretch/>
        </p:blipFill>
        <p:spPr>
          <a:xfrm>
            <a:off x="5694059" y="0"/>
            <a:ext cx="344994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1" title="HM-Lisbon 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689" y="246151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 title="Sleep mask + earplugs – Maskset travel set in paper tube (MO2472)-logo1 – b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1626" y="4733440"/>
            <a:ext cx="794574" cy="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0" y="-10375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5185422" y="1584386"/>
            <a:ext cx="188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DDA24"/>
              </a:buClr>
              <a:buSzPts val="1200"/>
              <a:buFont typeface="Inter"/>
              <a:buAutoNum type="arabicPeriod"/>
            </a:pPr>
            <a:r>
              <a:rPr b="1" lang="es-419" sz="1200">
                <a:solidFill>
                  <a:srgbClr val="FDDA24"/>
                </a:solidFill>
                <a:latin typeface="Inter"/>
                <a:ea typeface="Inter"/>
                <a:cs typeface="Inter"/>
                <a:sym typeface="Inter"/>
              </a:rPr>
              <a:t>CONTEXT</a:t>
            </a:r>
            <a:endParaRPr b="1" sz="1200">
              <a:solidFill>
                <a:srgbClr val="FDDA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587553" y="891184"/>
            <a:ext cx="513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WE’RE LOOKING AT</a:t>
            </a:r>
            <a:endParaRPr sz="30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5124809" y="1953686"/>
            <a:ext cx="407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What</a:t>
            </a:r>
            <a:r>
              <a:rPr lang="es-419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 problem are we solving?</a:t>
            </a:r>
            <a:endParaRPr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497148" y="218525"/>
            <a:ext cx="30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 E M O  /  C A S E   S T U D Y</a:t>
            </a:r>
            <a:endParaRPr b="1"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-7781" y="-10375"/>
            <a:ext cx="314400" cy="514350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5185422" y="2536886"/>
            <a:ext cx="188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FDDA24"/>
                </a:solidFill>
                <a:latin typeface="Inter"/>
                <a:ea typeface="Inter"/>
                <a:cs typeface="Inter"/>
                <a:sym typeface="Inter"/>
              </a:rPr>
              <a:t>02.      DECISION</a:t>
            </a:r>
            <a:endParaRPr b="1" sz="1200">
              <a:solidFill>
                <a:srgbClr val="FDDA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5124809" y="2906186"/>
            <a:ext cx="407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What changed?</a:t>
            </a:r>
            <a:endParaRPr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5185422" y="3489386"/>
            <a:ext cx="188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FDDA24"/>
                </a:solidFill>
                <a:latin typeface="Inter"/>
                <a:ea typeface="Inter"/>
                <a:cs typeface="Inter"/>
                <a:sym typeface="Inter"/>
              </a:rPr>
              <a:t>03.      RESULT</a:t>
            </a:r>
            <a:endParaRPr b="1" sz="1200">
              <a:solidFill>
                <a:srgbClr val="FDDA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5124809" y="3858686"/>
            <a:ext cx="407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What was learned?</a:t>
            </a:r>
            <a:endParaRPr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656200" y="1670380"/>
            <a:ext cx="4126800" cy="2208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1288750" y="2574280"/>
            <a:ext cx="286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[SCREENSHOT / DEMO FRAME]</a:t>
            </a:r>
            <a:endParaRPr sz="13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86" name="Google Shape;186;p22" title="HM-Lisbon 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6259" y="259617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title="Sleep mask + earplugs – Maskset travel set in paper tube (MO2472)-logo1 – b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1626" y="4733440"/>
            <a:ext cx="794574" cy="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/>
          <p:nvPr/>
        </p:nvSpPr>
        <p:spPr>
          <a:xfrm>
            <a:off x="0" y="-10375"/>
            <a:ext cx="9144000" cy="514350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496777" y="1940565"/>
            <a:ext cx="41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NAME / CONTACT / EVENT URL</a:t>
            </a:r>
            <a:endParaRPr b="1"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489007" y="218525"/>
            <a:ext cx="30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 H A N K   Y O U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5" name="Google Shape;195;p23" title="stellar-logo-black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3116" y="4713394"/>
            <a:ext cx="803425" cy="2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 title="foto3.png"/>
          <p:cNvPicPr preferRelativeResize="0"/>
          <p:nvPr/>
        </p:nvPicPr>
        <p:blipFill rotWithShape="1">
          <a:blip r:embed="rId4">
            <a:alphaModFix/>
          </a:blip>
          <a:srcRect b="0" l="19431" r="22979" t="1078"/>
          <a:stretch/>
        </p:blipFill>
        <p:spPr>
          <a:xfrm>
            <a:off x="4704775" y="659225"/>
            <a:ext cx="4439250" cy="447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 title="HM-Lisbon 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0075" y="254803"/>
            <a:ext cx="1149929" cy="20004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389450" y="1155473"/>
            <a:ext cx="4082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pc="-231" sz="3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QUESTIONS?</a:t>
            </a:r>
            <a:endParaRPr sz="3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99" name="Google Shape;199;p23" title="Sleep mask + earplugs – Maskset travel set in paper tube (MO2472)-logo1 – b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1626" y="4733440"/>
            <a:ext cx="794574" cy="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/>
        </p:nvSpPr>
        <p:spPr>
          <a:xfrm>
            <a:off x="394570" y="777688"/>
            <a:ext cx="4082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pc="-231" sz="3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YOUR NEXT STEP</a:t>
            </a:r>
            <a:endParaRPr sz="3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410421" y="1573724"/>
            <a:ext cx="34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Inter"/>
                <a:ea typeface="Inter"/>
                <a:cs typeface="Inter"/>
                <a:sym typeface="Inter"/>
              </a:rPr>
              <a:t>One clear action participants can take after this session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6" name="Google Shape;206;p24" title="HackMeridian 2026 — X  Templates.png"/>
          <p:cNvPicPr preferRelativeResize="0"/>
          <p:nvPr/>
        </p:nvPicPr>
        <p:blipFill rotWithShape="1">
          <a:blip r:embed="rId3">
            <a:alphaModFix/>
          </a:blip>
          <a:srcRect b="40645" l="0" r="0" t="37145"/>
          <a:stretch/>
        </p:blipFill>
        <p:spPr>
          <a:xfrm>
            <a:off x="0" y="3510000"/>
            <a:ext cx="9144000" cy="15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500256" y="218525"/>
            <a:ext cx="30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37800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 E E P  B U I L D I N G</a:t>
            </a:r>
            <a:endParaRPr b="1"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8" name="Google Shape;208;p24" title="HM-Lisbon 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521" y="444352"/>
            <a:ext cx="1149929" cy="20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 title="HM-Lisbon 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0075" y="254803"/>
            <a:ext cx="1149929" cy="200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/>
          <p:nvPr/>
        </p:nvSpPr>
        <p:spPr>
          <a:xfrm>
            <a:off x="6339875" y="2312625"/>
            <a:ext cx="1578900" cy="157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6282534" y="2935759"/>
            <a:ext cx="167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999999"/>
                </a:solidFill>
                <a:latin typeface="Inter Light"/>
                <a:ea typeface="Inter Light"/>
                <a:cs typeface="Inter Light"/>
                <a:sym typeface="Inter Light"/>
              </a:rPr>
              <a:t>[QR CODE]</a:t>
            </a:r>
            <a:endParaRPr sz="13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12" name="Google Shape;212;p24" title="Sleep mask + earplugs – Maskset travel set in paper tube (MO2472)-logo1 – b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1626" y="4733440"/>
            <a:ext cx="794574" cy="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/>
          <p:nvPr/>
        </p:nvSpPr>
        <p:spPr>
          <a:xfrm>
            <a:off x="2245600" y="-125"/>
            <a:ext cx="6898500" cy="510420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5" title="foto4.jpg"/>
          <p:cNvPicPr preferRelativeResize="0"/>
          <p:nvPr/>
        </p:nvPicPr>
        <p:blipFill rotWithShape="1">
          <a:blip r:embed="rId3">
            <a:alphaModFix/>
          </a:blip>
          <a:srcRect b="764" l="16577" r="27963" t="0"/>
          <a:stretch/>
        </p:blipFill>
        <p:spPr>
          <a:xfrm>
            <a:off x="0" y="0"/>
            <a:ext cx="2107050" cy="51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 txBox="1"/>
          <p:nvPr/>
        </p:nvSpPr>
        <p:spPr>
          <a:xfrm>
            <a:off x="3758792" y="1783233"/>
            <a:ext cx="4082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pc="-231" sz="3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THANK YOU</a:t>
            </a:r>
            <a:endParaRPr sz="3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20" name="Google Shape;220;p25" title="HM-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341" y="156605"/>
            <a:ext cx="1310002" cy="3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 title="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262" y="3471975"/>
            <a:ext cx="577125" cy="5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/>
          <p:nvPr/>
        </p:nvSpPr>
        <p:spPr>
          <a:xfrm>
            <a:off x="2070000" y="-125"/>
            <a:ext cx="314400" cy="510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25" title="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6500" y="4199325"/>
            <a:ext cx="577125" cy="54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 title="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3637" y="1234500"/>
            <a:ext cx="577125" cy="54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5" title="Sleep mask + earplugs – Maskset travel set in paper tube (MO2472)-logo1 – Normalizad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4640" y="4617524"/>
            <a:ext cx="775360" cy="2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